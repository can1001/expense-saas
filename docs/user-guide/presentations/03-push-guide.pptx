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지출결의서 시스템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푸시 알림 가이드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결재 알림을 실시간으로 받아보세요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571750"/>
            <a:ext cx="2743200" cy="18288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웹 푸시 알림이란?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장점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설명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실시간 알림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 이벤트 발생 시 즉시 알림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백그라운드 알림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브라우저를 닫아도 알림 수신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다기기 지원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PC, 모바일 모두 알림 가능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지원 브라우저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브라우저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지원 여부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비고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Chrome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✅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권장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Edge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✅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Firefox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✅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Safari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⚠️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macOS 13+, iOS 16.4+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알림 권한 설정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1. 사이트 접속 시 알림 권한 요청 배너 표시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2. "알림 받기" 버튼 클릭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3. 브라우저 권한 요청 팝업에서 "허용" 선택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권한 상태: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허용 (granted): 알림 수신 가능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거부 (denied): 알림 차단됨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기본값 (default): 아직 선택 안 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알림 종류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이벤트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수신자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알림 내용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 제출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새로운 결재 요청 도착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 승인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신청자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결재가 승인됨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 반려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신청자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결재가 반려됨 + 사유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 회수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 요청 회수됨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지급 완료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신청자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지급 완료됨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알림 설정 변경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설정 페이지 접근: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프로필 아이콘 → "설정" → "알림 설정" 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채널별 설정: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SMS 알림 수신 여부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카카오 알림톡 수신 여부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- 웹 푸시 알림 수신 여부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이벤트별 설정: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각 이벤트(제출/승인/반려/지급완료)별로 개별 설정 가능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문제 해결 - 알림이 오지 않음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1. 브라우저 설정 확인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 주소창 자물쇠 아이콘 → 사이트 설정 → 알림 허용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2. 운영체제 설정 확인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 Windows/macOS: 설정 → 알림 → 브라우저 앱 허용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3. 방해 금지 모드 확인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 방해 금지 모드가 켜져 있으면 알림이 표시되지 않음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권한 거부 시 다시 허용하기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Chrome: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1. 주소창 왼쪽 자물쇠 아이콘 클릭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2. "사이트 설정" 선택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3. "알림"을 "허용"으로 변경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Safari: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1. Safari → 환경설정 → 웹사이트 → 알림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  2. 해당 사이트 설정을 "허용"으로 변경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문의: 관리자에게 연락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푸시 알림 가이드</dc:title>
  <dc:subject>사용자 가이드</dc:subject>
  <dc:creator>지출결의서 시스템</dc:creator>
  <cp:lastModifiedBy>지출결의서 시스템</cp:lastModifiedBy>
  <cp:revision>1</cp:revision>
  <dcterms:created xsi:type="dcterms:W3CDTF">2026-03-03T07:12:12Z</dcterms:created>
  <dcterms:modified xsi:type="dcterms:W3CDTF">2026-03-03T07:12:12Z</dcterms:modified>
</cp:coreProperties>
</file>