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86325"/>
            <a:ext cx="9144000" cy="257175"/>
          </a:xfrm>
          <a:prstGeom prst="rect">
            <a:avLst/>
          </a:prstGeom>
          <a:solidFill>
            <a:srgbClr val="3B82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93776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지출결의서 시스템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00225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PWA 사용 가이드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B7280"/>
                </a:solidFill>
              </a:rPr>
              <a:t>지출결의서 앱 설치 및 오프라인 사용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0" y="2571750"/>
            <a:ext cx="2743200" cy="18288"/>
          </a:xfrm>
          <a:prstGeom prst="rect">
            <a:avLst/>
          </a:prstGeom>
          <a:solidFill>
            <a:srgbClr val="3B82F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PWA란? (Progressive Web App)</a:t>
            </a:r>
            <a:endParaRPr lang="en-US" sz="28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장점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설치 가능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홈 화면에 아이콘으로 추가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 지원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인터넷 없이도 사용 가능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빠른 로딩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리소스 캐싱으로 빠른 시작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자동 업데이트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앱스토어 없이 자동 업데이트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저용량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네이티브 앱 대비 적은 용량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앱 설치 - iOS (iPhone, iPad)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1. Safari 브라우저로 사이트 접속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2. 하단의 공유 버튼 (□↑) 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3. 스크롤하여 "홈 화면에 추가" 선택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4. 이름 확인 후 "추가" 탭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⚠️ iOS에서는 Safari에서만 PWA 설치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앱 설치 - Android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1. Chrome으로 사이트 접속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2. 주소창 옆 메뉴 (⋮) 탭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3. "앱 설치" 또는 "홈 화면에 추가" 선택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4. "설치" 확인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자동 설치 배너: 여러 번 방문 시 자동 표시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앱 설치 - Desktop (PC, Mac)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Chrome: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1. 사이트 접속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2. 주소창 오른쪽의 설치 아이콘 (⊕) 클릭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3. "설치" 확인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Edge: 동일한 방식으로 설치 가능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오프라인 사용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가능 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불가능 ❌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지출결의서 작성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 제출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임시저장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결재선 조회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첨부파일 추가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예산 현황 조회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오프라인 상태 표시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offline-bann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화면 상단에 노란색 배너 표시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오프라인 상태에서의 동작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인터넷 연결이 끊어지면 화면 상단에 노란색 배너 표시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"오프라인 상태입니다. 작성한 내용은 자동으로 저장됩니다."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데이터는 브라우저 IndexedDB에 자동 저장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오프라인 페이지</a:t>
            </a:r>
            <a:endParaRPr lang="en-US" sz="2800" dirty="0"/>
          </a:p>
        </p:txBody>
      </p:sp>
      <p:pic>
        <p:nvPicPr>
          <p:cNvPr id="3" name="Image 0" descr="/Users/wandosea/Documents/GitHub/expense-system/docs/user-guide/screenshots/offline-p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914400"/>
            <a:ext cx="8229600" cy="3657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4754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인터넷 연결 없이 접근 시 표시되는 페이지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백그라운드 동기화 - 상태 표시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상태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배너 색상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설명</a:t>
                      </a:r>
                      <a:endParaRPr lang="en-US" sz="12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오프라인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노란색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인터넷 연결 없음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동기화 대기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파란색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N개 항목 대기 중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동기화 완료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녹색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모든 데이터 동기화됨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동기화 실패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빨간색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Apple SD Gothic Neo" pitchFamily="34" charset="0"/>
                          <a:ea typeface="Apple SD Gothic Neo" pitchFamily="34" charset="-122"/>
                          <a:cs typeface="Apple SD Gothic Neo" pitchFamily="34" charset="-120"/>
                        </a:rPr>
                        <a:t>오류 발생</a:t>
                      </a:r>
                      <a:endParaRPr lang="en-US" sz="1100" dirty="0">
                        <a:latin typeface="Apple SD Gothic Neo" charset="0"/>
                        <a:ea typeface="Apple SD Gothic Neo" charset="0"/>
                        <a:cs typeface="Apple SD Gothic Neo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40AF"/>
                </a:solidFill>
              </a:rPr>
              <a:t>문제 해결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설치 옵션이 안 나타남: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iOS: Safari 브라우저 사용 확인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6459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Android: HTTPS 연결 확인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20116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오프라인에서 작동 안 함: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해당 페이지를 온라인에서 한 번 방문 필요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47472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동기화가 안 됨: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840480"/>
            <a:ext cx="7772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00" dirty="0">
                <a:solidFill>
                  <a:srgbClr val="374151"/>
                </a:solidFill>
              </a:rPr>
              <a:t>  - "지금 동기화" 버튼 클릭 또는 페이지 새로고침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86800" y="49377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B82F6"/>
                </a:solidFill>
              </a:rPr>
              <a:t>감사합니다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82892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</a:rPr>
              <a:t>문의: 관리자에게 연락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PWA 사용 가이드</dc:title>
  <dc:subject>사용자 가이드</dc:subject>
  <dc:creator>지출결의서 시스템</dc:creator>
  <cp:lastModifiedBy>지출결의서 시스템</cp:lastModifiedBy>
  <cp:revision>1</cp:revision>
  <dcterms:created xsi:type="dcterms:W3CDTF">2026-03-03T08:27:39Z</dcterms:created>
  <dcterms:modified xsi:type="dcterms:W3CDTF">2026-03-03T08:27:39Z</dcterms:modified>
</cp:coreProperties>
</file>