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37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지출결의서 시스템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</a:rPr>
              <a:t>지출결의서 작성 가이드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지출결의서 관리 시스템 사용자 교육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2571750"/>
            <a:ext cx="2743200" cy="18288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목차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1. 작성 Flow 개요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2. 예산 정보 입력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3. 세부 항목 입력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4. 신청 정보 입력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5. 은행 정보 입력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6. 첨부파일 업로드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7. 결재선 미리보기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8. 저장과 제출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3891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9. 서명/도장 선택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800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10. 지출결의서 수정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작성 Flow 개요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예산 정보 → 세부 항목 → 신청 정보 → 은행 정보 → 첨부파일 → 결재선 확인 → 저장/제출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새 지출결의서 작성 화면</a:t>
            </a:r>
            <a:endParaRPr lang="en-US" sz="2800" dirty="0"/>
          </a:p>
        </p:txBody>
      </p:sp>
      <p:pic>
        <p:nvPicPr>
          <p:cNvPr id="3" name="Image 0" descr="/Users/wandosea/Documents/GitHub/expense-system/docs/user-guide/screenshots/expense-n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8229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메뉴 또는 + 버튼을 통해 접근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접근 방법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플랫폼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방법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데스크톱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상단 메뉴 → "새 지출결의서"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모바일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하단 네비게이션 → "+" 버튼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1단계: 예산 정보 입력</a:t>
            </a:r>
            <a:endParaRPr lang="en-US" sz="2800" dirty="0"/>
          </a:p>
        </p:txBody>
      </p:sp>
      <p:pic>
        <p:nvPicPr>
          <p:cNvPr id="3" name="Image 0" descr="/Users/wandosea/Documents/GitHub/expense-system/docs/user-guide/screenshots/budget-s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8229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4단계 계층 선택 방식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예산 정보 - 4단계 계층 선택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순서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항목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예시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위원회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재정위원회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사역팀/부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재정팀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예산(항)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사무행정비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예산(목)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회의접대비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예산 정보 선택 규칙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상위 항목 선택 → 하위 항목 활성화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상위 항목 변경 시 하위 항목 초기화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예산(목)까지 선택해야 세목 선택 가능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2단계: 세부 항목 입력</a:t>
            </a:r>
            <a:endParaRPr lang="en-US" sz="2800" dirty="0"/>
          </a:p>
        </p:txBody>
      </p:sp>
      <p:pic>
        <p:nvPicPr>
          <p:cNvPr id="3" name="Image 0" descr="/Users/wandosea/Documents/GitHub/expense-system/docs/user-guide/screenshots/items-s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8229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1~10개의 세부 항목 입력 가능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세부 항목 입력 필드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필드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설명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필수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예산(세목)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드롭다운 선택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O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적요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지출 상세 설명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O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단가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건당 금액 (원)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O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수량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개수/인원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O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금액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자동 계산 (단가 × 수량)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자동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세부 항목 - 편의 기능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적요 입력 도우미: 포커스 시 예제 툴팁 표시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음성 입력 (모바일): 마이크 버튼 탭 → 음성으로 적요 입력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항목 추가: "+ 항목 추가" 버튼 (최대 10개)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항목 삭제: 각 항목의 "X" 버튼 (최소 1개 유지)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3단계: 신청 정보 입력</a:t>
            </a:r>
            <a:endParaRPr lang="en-US" sz="2800" dirty="0"/>
          </a:p>
        </p:txBody>
      </p:sp>
      <p:pic>
        <p:nvPicPr>
          <p:cNvPr id="3" name="Image 0" descr="/Users/wandosea/Documents/GitHub/expense-system/docs/user-guide/screenshots/applicant-s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8229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청구일자, 청구팀, 청구인, 직책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신청 정보 필드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필드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설명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자동 입력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청구일자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청구 날짜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오늘 날짜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청구팀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위원회 + 사역팀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자동 생성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청구인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작성자 이름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로그인 사용자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직책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작성자 직책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-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4단계: 은행 정보 입력</a:t>
            </a:r>
            <a:endParaRPr lang="en-US" sz="2800" dirty="0"/>
          </a:p>
        </p:txBody>
      </p:sp>
      <p:pic>
        <p:nvPicPr>
          <p:cNvPr id="3" name="Image 0" descr="/Users/wandosea/Documents/GitHub/expense-system/docs/user-guide/screenshots/bank-s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8229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저장된 계좌 선택 또는 직접 입력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은행 정보 입력 방식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모드 1: 저장된 계좌 - 미리 저장한 계좌 드롭다운 선택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모드 2: 직접 입력 - 은행명, 계좌번호, 예금주 입력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기본 계좌가 있으면 자동 선택됨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5단계: 첨부파일 업로드</a:t>
            </a:r>
            <a:endParaRPr lang="en-US" sz="2800" dirty="0"/>
          </a:p>
        </p:txBody>
      </p:sp>
      <p:pic>
        <p:nvPicPr>
          <p:cNvPr id="3" name="Image 0" descr="/Users/wandosea/Documents/GitHub/expense-system/docs/user-guide/screenshots/file-uplo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8229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드래그 앤 드롭 또는 클릭하여 선택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첨부파일 업로드 방법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드래그 앤 드롭: 파일 끌어다 놓기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클릭하여 선택: 업로드 영역 클릭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카메라 촬영 (모바일): 영수증 바로 촬영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제한: 이미지/PDF, 각 5MB 이하, 최대 10개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6단계: 결재선 미리보기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예산 현황: 배정 예산 / 사용 금액 / 잔여 예산 표시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1차 결재: 세목 담당자 (팀장)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2차 결재: 회계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3차 결재: 재정팀장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저장과 제출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버튼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동작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결과 상태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취소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작성 취소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-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저장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임시 저장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DRAFT (작성중)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제출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결재 요청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PENDING (결재대기)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저장 vs 제출 차이점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저장: 나중에 계속 작성 가능, 수정 가능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제출: 결재자에게 전달, 수정 불가 (회수 후 수정 가능)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서명/도장 선택</a:t>
            </a:r>
            <a:endParaRPr lang="en-US" sz="2800" dirty="0"/>
          </a:p>
        </p:txBody>
      </p:sp>
      <p:pic>
        <p:nvPicPr>
          <p:cNvPr id="3" name="Image 0" descr="/Users/wandosea/Documents/GitHub/expense-system/docs/user-guide/screenshots/signature-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8229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저장된 서명 또는 실시간 서명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서명/도장 선택 방식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방식 1: 저장된 서명/도장 - 마이페이지에서 미리 등록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방식 2: 실시간 서명 - 화면에 직접 서명 그리기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기본 서명이 설정되어 있으면 자동 사용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지출결의서 수정 가능 상태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상태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수정 가능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DRAFT (작성중)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O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REJECTED (반려됨)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O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WITHDRAWN (회수됨)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O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PENDING (결재대기)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X (회수 후 가능)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APPROVED (승인됨)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X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</a:rPr>
              <a:t>FAQ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Q: 예산(세목)이 선택되지 않아요 → A: 예산(목)을 먼저 선택하세요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Q: 저장 후 어디서 찾나요? → A: "내 지출결의서" 메뉴 → "작성중" 상태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Q: 제출 후 수정하고 싶어요 → A: "회수" 버튼으로 회수 후 수정 가능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74151"/>
                </a:solidFill>
              </a:rPr>
              <a:t>Q: 카메라가 작동 안 해요 → A: HTTPS 연결 필요 (localhost 제외)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</a:rPr>
              <a:t>감사합니다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문의: 관리자에게 연락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지출결의서 작성 가이드</dc:title>
  <dc:subject>사용자 가이드</dc:subject>
  <dc:creator>지출결의서 시스템</dc:creator>
  <cp:lastModifiedBy>지출결의서 시스템</cp:lastModifiedBy>
  <cp:revision>1</cp:revision>
  <dcterms:created xsi:type="dcterms:W3CDTF">2026-03-03T08:27:39Z</dcterms:created>
  <dcterms:modified xsi:type="dcterms:W3CDTF">2026-03-03T08:27:39Z</dcterms:modified>
</cp:coreProperties>
</file>